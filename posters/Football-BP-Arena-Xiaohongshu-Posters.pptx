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886700" cy="10515600"/>
  <p:notesSz cx="10515600" cy="78867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86700" cy="3657600"/>
          </a:xfrm>
          <a:prstGeom prst="rect">
            <a:avLst/>
          </a:prstGeom>
          <a:solidFill>
            <a:srgbClr val="0D3A2A"/>
          </a:solidFill>
          <a:ln w="12700">
            <a:solidFill>
              <a:srgbClr val="0D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7886700" cy="3200400"/>
          </a:xfrm>
          <a:prstGeom prst="rect">
            <a:avLst/>
          </a:prstGeom>
          <a:solidFill>
            <a:srgbClr val="061711"/>
          </a:solidFill>
          <a:ln w="12700">
            <a:solidFill>
              <a:srgbClr val="0617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7886700" cy="3657600"/>
          </a:xfrm>
          <a:prstGeom prst="rect">
            <a:avLst/>
          </a:prstGeom>
          <a:solidFill>
            <a:srgbClr val="020604"/>
          </a:solidFill>
          <a:ln w="12700">
            <a:solidFill>
              <a:srgbClr val="02060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74320"/>
            <a:ext cx="777240" cy="777240"/>
          </a:xfrm>
          <a:prstGeom prst="rect">
            <a:avLst>
              <a:gd name="adj" fmla="val 9412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9464040"/>
            <a:ext cx="777240" cy="777240"/>
          </a:xfrm>
          <a:prstGeom prst="rect">
            <a:avLst>
              <a:gd name="adj" fmla="val 9412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480000">
            <a:off x="5852160" y="457200"/>
            <a:ext cx="1645920" cy="502920"/>
          </a:xfrm>
          <a:prstGeom prst="rect">
            <a:avLst>
              <a:gd name="adj" fmla="val 14545"/>
            </a:avLst>
          </a:prstGeom>
          <a:ln w="25400">
            <a:solidFill>
              <a:srgbClr val="42E0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480000">
            <a:off x="5852160" y="457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E0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新作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777240"/>
            <a:ext cx="78867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42E0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⚽ 足 球 × BP 对 决 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1280160"/>
            <a:ext cx="78867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绿茵</a:t>
            </a:r>
            <a:pPr algn="ctr" indent="0" marL="0">
              <a:lnSpc>
                <a:spcPct val="95000"/>
              </a:lnSpc>
              <a:buNone/>
            </a:pPr>
            <a:endParaRPr lang="en-US" sz="13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0" b="1" dirty="0">
                <a:solidFill>
                  <a:srgbClr val="42E0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禁选</a:t>
            </a:r>
            <a:endParaRPr lang="en-US" sz="13000" dirty="0"/>
          </a:p>
          <a:p>
            <a:pPr algn="ctr" indent="0" marL="0">
              <a:lnSpc>
                <a:spcPct val="95000"/>
              </a:lnSpc>
              <a:buNone/>
            </a:pPr>
            <a:endParaRPr lang="en-US" sz="13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对决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0" y="4160520"/>
            <a:ext cx="78867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FOOTBALL · BAN · PICK · ARENA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0" y="4663440"/>
            <a:ext cx="78867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王 者 BP 搬 进 </a:t>
            </a:r>
            <a:pPr algn="ctr" indent="0" marL="0">
              <a:buNone/>
            </a:pPr>
            <a:r>
              <a:rPr lang="en-US" sz="3000" b="1" dirty="0">
                <a:solidFill>
                  <a:srgbClr val="FF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 茵 场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31520" y="5486400"/>
            <a:ext cx="6355080" cy="1783080"/>
          </a:xfrm>
          <a:prstGeom prst="roundRect">
            <a:avLst>
              <a:gd name="adj" fmla="val 7692"/>
            </a:avLst>
          </a:prstGeom>
          <a:solidFill>
            <a:srgbClr val="0D3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5486400"/>
            <a:ext cx="4251960" cy="1783080"/>
          </a:xfrm>
          <a:prstGeom prst="rect">
            <a:avLst>
              <a:gd name="adj" fmla="val 7692"/>
            </a:avLst>
          </a:prstGeom>
          <a:solidFill>
            <a:srgbClr val="171B29"/>
          </a:solidFill>
          <a:ln/>
        </p:spPr>
      </p:sp>
      <p:sp>
        <p:nvSpPr>
          <p:cNvPr id="15" name="Shape 13"/>
          <p:cNvSpPr/>
          <p:nvPr/>
        </p:nvSpPr>
        <p:spPr>
          <a:xfrm>
            <a:off x="3749040" y="5486400"/>
            <a:ext cx="3337560" cy="1783080"/>
          </a:xfrm>
          <a:prstGeom prst="rect">
            <a:avLst>
              <a:gd name="adj" fmla="val 7692"/>
            </a:avLst>
          </a:prstGeom>
          <a:solidFill>
            <a:srgbClr val="3D0D1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623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 · 主队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989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姆巴佩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68680" y="6537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中锋 · 法国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6812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91840" y="59893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4709160" y="5623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 · 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5989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罗德里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709160" y="6537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后腰 · 西班牙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6812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548640" y="75895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101821"/>
          </a:solidFill>
          <a:ln w="12700">
            <a:solidFill>
              <a:srgbClr val="2939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7635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E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轮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8640" y="8092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 BP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8458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 4 选 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75895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101821"/>
          </a:solidFill>
          <a:ln w="12700">
            <a:solidFill>
              <a:srgbClr val="2939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7635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E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人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834640" y="8092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真实阵容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834640" y="8458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4-3-3 摆位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120640" y="758952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101821"/>
          </a:solidFill>
          <a:ln w="12700">
            <a:solidFill>
              <a:srgbClr val="2939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7635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E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120640" y="8092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球员卡池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120640" y="8458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真实评分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0" y="9098280"/>
            <a:ext cx="2743200" cy="731520"/>
          </a:xfrm>
          <a:prstGeom prst="roundRect">
            <a:avLst>
              <a:gd name="adj" fmla="val 50000"/>
            </a:avLst>
          </a:prstGeom>
          <a:solidFill>
            <a:srgbClr val="42E08B"/>
          </a:solidFill>
          <a:ln/>
        </p:spPr>
      </p:sp>
      <p:sp>
        <p:nvSpPr>
          <p:cNvPr id="38" name="Text 36"/>
          <p:cNvSpPr/>
          <p:nvPr/>
        </p:nvSpPr>
        <p:spPr>
          <a:xfrm>
            <a:off x="2560320" y="9098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041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👉 立即开战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0" y="10058400"/>
            <a:ext cx="7886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O O T B A L L   B P   A R E N 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86700" cy="3657600"/>
          </a:xfrm>
          <a:prstGeom prst="rect">
            <a:avLst/>
          </a:prstGeom>
          <a:solidFill>
            <a:srgbClr val="2A0D1A"/>
          </a:solidFill>
          <a:ln w="12700">
            <a:solidFill>
              <a:srgbClr val="2A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7886700" cy="3200400"/>
          </a:xfrm>
          <a:prstGeom prst="rect">
            <a:avLst/>
          </a:prstGeom>
          <a:solidFill>
            <a:srgbClr val="170610"/>
          </a:solidFill>
          <a:ln w="12700">
            <a:solidFill>
              <a:srgbClr val="1706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7886700" cy="3657600"/>
          </a:xfrm>
          <a:prstGeom prst="rect">
            <a:avLst/>
          </a:prstGeom>
          <a:solidFill>
            <a:srgbClr val="050204"/>
          </a:solidFill>
          <a:ln w="12700">
            <a:solidFill>
              <a:srgbClr val="05020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74320"/>
            <a:ext cx="777240" cy="777240"/>
          </a:xfrm>
          <a:prstGeom prst="rect">
            <a:avLst>
              <a:gd name="adj" fmla="val 9412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9464040"/>
            <a:ext cx="777240" cy="777240"/>
          </a:xfrm>
          <a:prstGeom prst="rect">
            <a:avLst>
              <a:gd name="adj" fmla="val 9412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480000">
            <a:off x="5852160" y="457200"/>
            <a:ext cx="1645920" cy="502920"/>
          </a:xfrm>
          <a:prstGeom prst="rect">
            <a:avLst>
              <a:gd name="adj" fmla="val 14545"/>
            </a:avLst>
          </a:prstGeom>
          <a:ln w="25400">
            <a:solidFill>
              <a:srgbClr val="FF5D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480000">
            <a:off x="5852160" y="457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 · 4 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777240"/>
            <a:ext cx="78867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FF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何 上 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0" y="1280160"/>
            <a:ext cx="78867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
</a:t>
            </a:r>
            <a:pPr algn="ctr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 队 干 翻 对 手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0" y="2971800"/>
            <a:ext cx="7886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889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· TO · PLAY · IN · 4 · STEPS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6629400" cy="1280160"/>
          </a:xfrm>
          <a:prstGeom prst="roundRect">
            <a:avLst>
              <a:gd name="adj" fmla="val 8571"/>
            </a:avLst>
          </a:prstGeom>
          <a:solidFill>
            <a:srgbClr val="101821"/>
          </a:solidFill>
          <a:ln w="12700">
            <a:solidFill>
              <a:srgbClr val="252E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703320"/>
            <a:ext cx="914400" cy="914400"/>
          </a:xfrm>
          <a:prstGeom prst="ellipse">
            <a:avLst/>
          </a:prstGeom>
          <a:solidFill>
            <a:srgbClr val="FF5D7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03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96596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建房间 · 拉兄弟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65960" y="4023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位房间码 / 邀请链接 / 单人 vs AI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微信群喊一嗓子，3 秒进房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4480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免注册 · 即开即玩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6629400" cy="1280160"/>
          </a:xfrm>
          <a:prstGeom prst="roundRect">
            <a:avLst>
              <a:gd name="adj" fmla="val 8571"/>
            </a:avLst>
          </a:prstGeom>
          <a:solidFill>
            <a:srgbClr val="101821"/>
          </a:solidFill>
          <a:ln w="12700">
            <a:solidFill>
              <a:srgbClr val="252E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5120640"/>
            <a:ext cx="914400" cy="914400"/>
          </a:xfrm>
          <a:prstGeom prst="ellipse">
            <a:avLst/>
          </a:prstGeom>
          <a:solidFill>
            <a:srgbClr val="F6C65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20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965960" y="5074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轮流 BAN · 禁掉关键人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65960" y="54406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4 个 BAN 位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不喜欢的球星 · 直接拉黑 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5897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位置均衡 · 选位优先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6355080"/>
            <a:ext cx="6629400" cy="1280160"/>
          </a:xfrm>
          <a:prstGeom prst="roundRect">
            <a:avLst>
              <a:gd name="adj" fmla="val 8571"/>
            </a:avLst>
          </a:prstGeom>
          <a:solidFill>
            <a:srgbClr val="101821"/>
          </a:solidFill>
          <a:ln w="12700">
            <a:solidFill>
              <a:srgbClr val="252E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6537960"/>
            <a:ext cx="914400" cy="914400"/>
          </a:xfrm>
          <a:prstGeom prst="ellipse">
            <a:avLst/>
          </a:prstGeom>
          <a:solidFill>
            <a:srgbClr val="5E9EF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6537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1965960" y="6492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挑阵容 · 摆 4-3-3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965960" y="68580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从卡池里抢 8 位球星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左右边锋 / 中场 / 后卫自由摆位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65960" y="7315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真实评分 · 位置适配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7772400"/>
            <a:ext cx="6629400" cy="1280160"/>
          </a:xfrm>
          <a:prstGeom prst="roundRect">
            <a:avLst>
              <a:gd name="adj" fmla="val 8571"/>
            </a:avLst>
          </a:prstGeom>
          <a:solidFill>
            <a:srgbClr val="101821"/>
          </a:solidFill>
          <a:ln w="12700">
            <a:solidFill>
              <a:srgbClr val="252E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7955280"/>
            <a:ext cx="914400" cy="914400"/>
          </a:xfrm>
          <a:prstGeom prst="ellipse">
            <a:avLst/>
          </a:prstGeom>
          <a:solidFill>
            <a:srgbClr val="42E08B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7955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1965960" y="7909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比分对决 · 看 MVP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965960" y="8275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系统自动算分 · 高分胜出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当场出 MVP · 完赛可回放复盘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65960" y="8732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回放系统 · 战术复盘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0" y="9281160"/>
            <a:ext cx="7886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不会玩？</a:t>
            </a:r>
            <a:pPr algn="ctr" indent="0" marL="0">
              <a:buNone/>
            </a:pPr>
            <a:r>
              <a:rPr lang="en-US" sz="1700" b="1" dirty="0">
                <a:solidFill>
                  <a:srgbClr val="FF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点开就懂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3 分钟上手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2743200" y="96469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F5D70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0" y="9646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进入战场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86700" cy="3657600"/>
          </a:xfrm>
          <a:prstGeom prst="rect">
            <a:avLst/>
          </a:prstGeom>
          <a:solidFill>
            <a:srgbClr val="1C1342"/>
          </a:solidFill>
          <a:ln w="12700">
            <a:solidFill>
              <a:srgbClr val="1C1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7886700" cy="3200400"/>
          </a:xfrm>
          <a:prstGeom prst="rect">
            <a:avLst/>
          </a:prstGeom>
          <a:solidFill>
            <a:srgbClr val="0C0820"/>
          </a:solidFill>
          <a:ln w="12700">
            <a:solidFill>
              <a:srgbClr val="0C08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7886700" cy="3657600"/>
          </a:xfrm>
          <a:prstGeom prst="rect">
            <a:avLst/>
          </a:prstGeom>
          <a:solidFill>
            <a:srgbClr val="04030C"/>
          </a:solidFill>
          <a:ln w="12700">
            <a:solidFill>
              <a:srgbClr val="0403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74320"/>
            <a:ext cx="777240" cy="777240"/>
          </a:xfrm>
          <a:prstGeom prst="rect">
            <a:avLst>
              <a:gd name="adj" fmla="val 9412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9464040"/>
            <a:ext cx="777240" cy="777240"/>
          </a:xfrm>
          <a:prstGeom prst="rect">
            <a:avLst>
              <a:gd name="adj" fmla="val 9412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480000">
            <a:off x="5852160" y="457200"/>
            <a:ext cx="1645920" cy="502920"/>
          </a:xfrm>
          <a:prstGeom prst="rect">
            <a:avLst>
              <a:gd name="adj" fmla="val 14545"/>
            </a:avLst>
          </a:prstGeom>
          <a:ln w="25400">
            <a:solidFill>
              <a:srgbClr val="F6C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480000">
            <a:off x="5852160" y="457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卡池 · 200+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777240"/>
            <a:ext cx="7886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0" kern="0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· PLAYERS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1188720"/>
            <a:ext cx="78867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 星 </a:t>
            </a:r>
            <a:pPr algn="ctr" indent="0" marL="0">
              <a:buNone/>
            </a:pPr>
            <a:r>
              <a:rPr lang="en-US" sz="9600" b="1" dirty="0">
                <a:solidFill>
                  <a:srgbClr val="F6C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 池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0" y="2514600"/>
            <a:ext cx="78867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FA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姆巴佩 · 罗德里 · 哈兰德 · 维尼修斯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" y="3200400"/>
            <a:ext cx="2194560" cy="4572000"/>
          </a:xfrm>
          <a:prstGeom prst="roundRect">
            <a:avLst>
              <a:gd name="adj" fmla="val 6250"/>
            </a:avLst>
          </a:prstGeom>
          <a:solidFill>
            <a:srgbClr val="101821"/>
          </a:solidFill>
          <a:ln w="25400">
            <a:solidFill>
              <a:srgbClr val="F6C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33832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FA8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840480"/>
            <a:ext cx="868680" cy="868680"/>
          </a:xfrm>
          <a:prstGeom prst="ellipse">
            <a:avLst/>
          </a:prstGeom>
          <a:solidFill>
            <a:srgbClr val="1A253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8404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508760" y="38404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1F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548640" y="6858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姆巴佩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7223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Mbappe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7498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皇家马德里</a:t>
            </a:r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rgbClr val="F6C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34640" y="3200400"/>
            <a:ext cx="2194560" cy="4572000"/>
          </a:xfrm>
          <a:prstGeom prst="roundRect">
            <a:avLst>
              <a:gd name="adj" fmla="val 6250"/>
            </a:avLst>
          </a:prstGeom>
          <a:solidFill>
            <a:srgbClr val="101821"/>
          </a:solidFill>
          <a:ln w="25400">
            <a:solidFill>
              <a:srgbClr val="D8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E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0" y="33832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FA8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17520" y="3840480"/>
            <a:ext cx="868680" cy="868680"/>
          </a:xfrm>
          <a:prstGeom prst="ellipse">
            <a:avLst/>
          </a:prstGeom>
          <a:solidFill>
            <a:srgbClr val="1A2530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0" y="38404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931920" y="38404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1F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2971800" y="6858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罗德里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971800" y="7223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Rodri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71800" y="7498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曼城</a:t>
            </a:r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rgbClr val="F6C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57800" y="3200400"/>
            <a:ext cx="2194560" cy="4572000"/>
          </a:xfrm>
          <a:prstGeom prst="roundRect">
            <a:avLst>
              <a:gd name="adj" fmla="val 6250"/>
            </a:avLst>
          </a:prstGeom>
          <a:solidFill>
            <a:srgbClr val="101821"/>
          </a:solidFill>
          <a:ln w="25400">
            <a:solidFill>
              <a:srgbClr val="BE7A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537960" y="33832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FA8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40680" y="3840480"/>
            <a:ext cx="868680" cy="868680"/>
          </a:xfrm>
          <a:prstGeom prst="ellipse">
            <a:avLst/>
          </a:prstGeom>
          <a:solidFill>
            <a:srgbClr val="1A2530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38404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355080" y="38404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1F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5600" dirty="0"/>
          </a:p>
        </p:txBody>
      </p:sp>
      <p:sp>
        <p:nvSpPr>
          <p:cNvPr id="36" name="Text 34"/>
          <p:cNvSpPr/>
          <p:nvPr/>
        </p:nvSpPr>
        <p:spPr>
          <a:xfrm>
            <a:off x="5394960" y="6858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维尼修斯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394960" y="7223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 Jr.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7498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皇家马德里</a:t>
            </a:r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rgbClr val="F6C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西甲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0" y="8229600"/>
            <a:ext cx="78867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阵 容 收 录 </a:t>
            </a:r>
            <a:pPr algn="ctr" indent="0" marL="0">
              <a:buNone/>
            </a:pPr>
            <a:r>
              <a:rPr lang="en-US" sz="2200" b="1" dirty="0">
                <a:solidFill>
                  <a:srgbClr val="F6C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200+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真 实 球 星 · 持 续 更 新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0" y="10058400"/>
            <a:ext cx="7886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O O T B A L L   B P   A R E N 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86700" cy="3657600"/>
          </a:xfrm>
          <a:prstGeom prst="rect">
            <a:avLst/>
          </a:prstGeom>
          <a:solidFill>
            <a:srgbClr val="0D432D"/>
          </a:solidFill>
          <a:ln w="12700">
            <a:solidFill>
              <a:srgbClr val="0D43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7886700" cy="3200400"/>
          </a:xfrm>
          <a:prstGeom prst="rect">
            <a:avLst/>
          </a:prstGeom>
          <a:solidFill>
            <a:srgbClr val="082B1C"/>
          </a:solidFill>
          <a:ln w="12700">
            <a:solidFill>
              <a:srgbClr val="082B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7886700" cy="3657600"/>
          </a:xfrm>
          <a:prstGeom prst="rect">
            <a:avLst/>
          </a:prstGeom>
          <a:solidFill>
            <a:srgbClr val="04140C"/>
          </a:solidFill>
          <a:ln w="12700">
            <a:solidFill>
              <a:srgbClr val="0414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74320"/>
            <a:ext cx="777240" cy="777240"/>
          </a:xfrm>
          <a:prstGeom prst="rect">
            <a:avLst>
              <a:gd name="adj" fmla="val 9412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9464040"/>
            <a:ext cx="777240" cy="777240"/>
          </a:xfrm>
          <a:prstGeom prst="rect">
            <a:avLst>
              <a:gd name="adj" fmla="val 9412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480000">
            <a:off x="5852160" y="457200"/>
            <a:ext cx="1645920" cy="502920"/>
          </a:xfrm>
          <a:prstGeom prst="rect">
            <a:avLst>
              <a:gd name="adj" fmla="val 14545"/>
            </a:avLst>
          </a:prstGeom>
          <a:ln w="25400">
            <a:solidFill>
              <a:srgbClr val="42E0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480000">
            <a:off x="5852160" y="457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E0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4-3-3 · 摆位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777240"/>
            <a:ext cx="78867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 球 场 摆 </a:t>
            </a:r>
            <a:pPr algn="ctr" indent="0" marL="0">
              <a:buNone/>
            </a:pPr>
            <a:r>
              <a:rPr lang="en-US" sz="6000" b="1" dirty="0">
                <a:solidFill>
                  <a:srgbClr val="42E0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4-3-3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0" y="1874520"/>
            <a:ext cx="7886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9FA8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· LINEUP · 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852160" cy="6675120"/>
          </a:xfrm>
          <a:prstGeom prst="roundRect">
            <a:avLst>
              <a:gd name="adj" fmla="val 2813"/>
            </a:avLst>
          </a:prstGeom>
          <a:solidFill>
            <a:srgbClr val="0D432D"/>
          </a:solidFill>
          <a:ln w="25400">
            <a:solidFill>
              <a:srgbClr val="3A46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5212080"/>
            <a:ext cx="914400" cy="914400"/>
          </a:xfrm>
          <a:prstGeom prst="ellipse">
            <a:avLst/>
          </a:prstGeom>
          <a:ln w="12700">
            <a:solidFill>
              <a:srgbClr val="3A46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7432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01821"/>
          </a:solidFill>
          <a:ln w="12700">
            <a:solidFill>
              <a:srgbClr val="42E0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432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68680" y="29443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姆巴佩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1546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25146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01821"/>
          </a:solidFill>
          <a:ln w="12700">
            <a:solidFill>
              <a:srgbClr val="42E0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514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80360" y="27157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哈兰德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0360" y="29260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7432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01821"/>
          </a:solidFill>
          <a:ln w="12700">
            <a:solidFill>
              <a:srgbClr val="42E0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7432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92040" y="29443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维尼修斯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1546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88720" y="438912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01821"/>
          </a:solidFill>
          <a:ln w="12700">
            <a:solidFill>
              <a:srgbClr val="42E0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43891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88720" y="45902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德布劳内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48006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80360" y="507492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01821"/>
          </a:solidFill>
          <a:ln w="12700">
            <a:solidFill>
              <a:srgbClr val="42E0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5074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880360" y="52760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罗德里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80360" y="54864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438912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01821"/>
          </a:solidFill>
          <a:ln w="12700">
            <a:solidFill>
              <a:srgbClr val="42E0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3891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0" y="45902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贝林厄姆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48006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21792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01821"/>
          </a:solidFill>
          <a:ln w="12700">
            <a:solidFill>
              <a:srgbClr val="42E0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217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64190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阿方索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6294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057400" y="653796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01821"/>
          </a:solidFill>
          <a:ln w="12700">
            <a:solidFill>
              <a:srgbClr val="42E0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57400" y="65379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057400" y="67391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范戴克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057400" y="69494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703320" y="653796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01821"/>
          </a:solidFill>
          <a:ln w="12700">
            <a:solidFill>
              <a:srgbClr val="42E0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03320" y="65379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703320" y="67391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迪亚斯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03320" y="69494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03520" y="621792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01821"/>
          </a:solidFill>
          <a:ln w="12700">
            <a:solidFill>
              <a:srgbClr val="42E0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0" y="6217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03520" y="64190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卡瓦哈尔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03520" y="66294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880360" y="80010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01821"/>
          </a:solidFill>
          <a:ln w="12700">
            <a:solidFill>
              <a:srgbClr val="42E08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80360" y="80010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GK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880360" y="82021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库尔图瓦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880360" y="84124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46520" y="2468880"/>
            <a:ext cx="1188720" cy="3108960"/>
          </a:xfrm>
          <a:prstGeom prst="roundRect">
            <a:avLst>
              <a:gd name="adj" fmla="val 6154"/>
            </a:avLst>
          </a:prstGeom>
          <a:solidFill>
            <a:srgbClr val="101821"/>
          </a:solidFill>
          <a:ln w="12700">
            <a:solidFill>
              <a:srgbClr val="5E9E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4652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44652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2486</a:t>
            </a:r>
            <a:endParaRPr lang="en-US" sz="2600" dirty="0"/>
          </a:p>
        </p:txBody>
      </p:sp>
      <p:sp>
        <p:nvSpPr>
          <p:cNvPr id="60" name="Shape 58"/>
          <p:cNvSpPr/>
          <p:nvPr/>
        </p:nvSpPr>
        <p:spPr>
          <a:xfrm>
            <a:off x="6446520" y="5669280"/>
            <a:ext cx="1188720" cy="3108960"/>
          </a:xfrm>
          <a:prstGeom prst="roundRect">
            <a:avLst>
              <a:gd name="adj" fmla="val 6154"/>
            </a:avLst>
          </a:prstGeom>
          <a:solidFill>
            <a:srgbClr val="101821"/>
          </a:solidFill>
          <a:ln w="12700">
            <a:solidFill>
              <a:srgbClr val="FF5D7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46520" y="5806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446520" y="6080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2391</a:t>
            </a:r>
            <a:endParaRPr lang="en-US" sz="2600" dirty="0"/>
          </a:p>
        </p:txBody>
      </p:sp>
      <p:sp>
        <p:nvSpPr>
          <p:cNvPr id="63" name="Shape 61"/>
          <p:cNvSpPr/>
          <p:nvPr/>
        </p:nvSpPr>
        <p:spPr>
          <a:xfrm>
            <a:off x="457200" y="92811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0171E"/>
          </a:solidFill>
          <a:ln w="12700">
            <a:solidFill>
              <a:srgbClr val="252E3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930859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E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2486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457200" y="96469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A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总评分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258568" y="92811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0171E"/>
          </a:solidFill>
          <a:ln w="12700">
            <a:solidFill>
              <a:srgbClr val="252E3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58568" y="930859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E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+95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2258568" y="96469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A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评分领先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059936" y="92811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0171E"/>
          </a:solidFill>
          <a:ln w="12700">
            <a:solidFill>
              <a:srgbClr val="252E3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59936" y="930859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E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S×4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4059936" y="96469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A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S级球员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861304" y="92811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0171E"/>
          </a:solidFill>
          <a:ln w="12700">
            <a:solidFill>
              <a:srgbClr val="252E3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61304" y="930859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E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完美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5861304" y="96469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A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位置适配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86700" cy="3657600"/>
          </a:xfrm>
          <a:prstGeom prst="rect">
            <a:avLst/>
          </a:prstGeom>
          <a:solidFill>
            <a:srgbClr val="3D1A05"/>
          </a:solidFill>
          <a:ln w="12700">
            <a:solidFill>
              <a:srgbClr val="3D1A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7886700" cy="3200400"/>
          </a:xfrm>
          <a:prstGeom prst="rect">
            <a:avLst/>
          </a:prstGeom>
          <a:solidFill>
            <a:srgbClr val="1A0C02"/>
          </a:solidFill>
          <a:ln w="12700">
            <a:solidFill>
              <a:srgbClr val="1A0C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7886700" cy="3657600"/>
          </a:xfrm>
          <a:prstGeom prst="rect">
            <a:avLst/>
          </a:prstGeom>
          <a:solidFill>
            <a:srgbClr val="08030A"/>
          </a:solidFill>
          <a:ln w="12700">
            <a:solidFill>
              <a:srgbClr val="0803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74320"/>
            <a:ext cx="777240" cy="777240"/>
          </a:xfrm>
          <a:prstGeom prst="rect">
            <a:avLst>
              <a:gd name="adj" fmla="val 9412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9464040"/>
            <a:ext cx="777240" cy="777240"/>
          </a:xfrm>
          <a:prstGeom prst="rect">
            <a:avLst>
              <a:gd name="adj" fmla="val 9412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480000">
            <a:off x="5852160" y="457200"/>
            <a:ext cx="1645920" cy="502920"/>
          </a:xfrm>
          <a:prstGeom prst="rect">
            <a:avLst>
              <a:gd name="adj" fmla="val 14545"/>
            </a:avLst>
          </a:prstGeom>
          <a:ln w="25400">
            <a:solidFill>
              <a:srgbClr val="F6C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480000">
            <a:off x="5852160" y="457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真实玩家反馈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777240"/>
            <a:ext cx="7886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200" kern="0" dirty="0">
                <a:solidFill>
                  <a:srgbClr val="F6C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L A Y E R · S A 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1188720"/>
            <a:ext cx="78867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 迷 都 </a:t>
            </a:r>
            <a:pPr algn="ctr" indent="0" marL="0">
              <a:buNone/>
            </a:pPr>
            <a:r>
              <a:rPr lang="en-US" sz="6000" b="1" dirty="0">
                <a:solidFill>
                  <a:srgbClr val="F6C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 上 瘾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0" y="2468880"/>
            <a:ext cx="7886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FA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 · 球迷 · 真 · 上头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6812280" cy="1600200"/>
          </a:xfrm>
          <a:prstGeom prst="roundRect">
            <a:avLst>
              <a:gd name="adj" fmla="val 5714"/>
            </a:avLst>
          </a:prstGeom>
          <a:solidFill>
            <a:srgbClr val="101821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108960"/>
            <a:ext cx="73152" cy="1600200"/>
          </a:xfrm>
          <a:prstGeom prst="rect">
            <a:avLst/>
          </a:prstGeom>
          <a:solidFill>
            <a:srgbClr val="F6C65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71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A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68680" y="32461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以前看球只能嘴炮，现在用 BP 跟哥们真刀真枪干，谁阵容没摆好当场红温 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4160520"/>
            <a:ext cx="365760" cy="365760"/>
          </a:xfrm>
          <a:prstGeom prst="ellipse">
            <a:avLst/>
          </a:prstGeom>
          <a:solidFill>
            <a:srgbClr val="42E08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187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@皇马老球迷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4187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6812280" cy="1600200"/>
          </a:xfrm>
          <a:prstGeom prst="roundRect">
            <a:avLst>
              <a:gd name="adj" fmla="val 5714"/>
            </a:avLst>
          </a:prstGeom>
          <a:solidFill>
            <a:srgbClr val="101821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937760"/>
            <a:ext cx="73152" cy="1600200"/>
          </a:xfrm>
          <a:prstGeom prst="rect">
            <a:avLst/>
          </a:prstGeom>
          <a:solidFill>
            <a:srgbClr val="42E08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00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A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868680" y="50749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选人环节像王者 BP，摆位又跟实况一模一样，这就是为球迷量身定做的啊！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" y="5989320"/>
            <a:ext cx="365760" cy="365760"/>
          </a:xfrm>
          <a:prstGeom prst="ellipse">
            <a:avLst/>
          </a:prstGeom>
          <a:solidFill>
            <a:srgbClr val="42E08B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989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6016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E0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@FM老玩家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60167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766560"/>
            <a:ext cx="6812280" cy="1600200"/>
          </a:xfrm>
          <a:prstGeom prst="roundRect">
            <a:avLst>
              <a:gd name="adj" fmla="val 5714"/>
            </a:avLst>
          </a:prstGeom>
          <a:solidFill>
            <a:srgbClr val="101821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6766560"/>
            <a:ext cx="73152" cy="1600200"/>
          </a:xfrm>
          <a:prstGeom prst="rect">
            <a:avLst/>
          </a:prstGeom>
          <a:solidFill>
            <a:srgbClr val="FF5D7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6629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A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868680" y="6903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等位的时候掏出手机和同事来一局，6 位房间码太方便，已经上了 MVP 🏆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0120" y="7818120"/>
            <a:ext cx="365760" cy="365760"/>
          </a:xfrm>
          <a:prstGeom prst="ellipse">
            <a:avLst/>
          </a:prstGeom>
          <a:solidFill>
            <a:srgbClr val="42E08B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7818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17320" y="7845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@公司球队前锋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0" y="78455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1小时前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194560" y="9006840"/>
            <a:ext cx="3474720" cy="731520"/>
          </a:xfrm>
          <a:prstGeom prst="roundRect">
            <a:avLst>
              <a:gd name="adj" fmla="val 50000"/>
            </a:avLst>
          </a:prstGeom>
          <a:solidFill>
            <a:srgbClr val="F6C65B"/>
          </a:solidFill>
          <a:ln/>
        </p:spPr>
      </p:sp>
      <p:sp>
        <p:nvSpPr>
          <p:cNvPr id="37" name="Text 35"/>
          <p:cNvSpPr/>
          <p:nvPr/>
        </p:nvSpPr>
        <p:spPr>
          <a:xfrm>
            <a:off x="2194560" y="90068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1A0C0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⚽ 我 也 要 玩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0" y="9829800"/>
            <a:ext cx="7886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A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小红书搜索「绿茵禁选对决」 · 浏览器开黑无需下载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BP Arena - Xiaohongshu Posters</dc:title>
  <dc:subject>PptxGenJS Presentation</dc:subject>
  <dc:creator>Football BP Arena</dc:creator>
  <cp:lastModifiedBy>Football BP Arena</cp:lastModifiedBy>
  <cp:revision>1</cp:revision>
  <dcterms:created xsi:type="dcterms:W3CDTF">2026-08-14T16:59:30Z</dcterms:created>
  <dcterms:modified xsi:type="dcterms:W3CDTF">2026-08-14T16:59:30Z</dcterms:modified>
</cp:coreProperties>
</file>